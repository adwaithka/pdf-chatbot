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Generative AI, Prompt Engineering, RAG, Vector Databases, Embedding Models &amp; Chunking</a:t>
            </a:r>
          </a:p>
          <a:p/>
          <a:p>
            <a:r>
              <a:t>LLMs as a Subtopic of Generative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</a:t>
            </a:r>
          </a:p>
          <a:p>
            <a:r>
              <a:t>Large Language Models (LLMs)</a:t>
            </a:r>
          </a:p>
          <a:p>
            <a:r>
              <a:t>Prompt Engineering</a:t>
            </a:r>
          </a:p>
          <a:p>
            <a:r>
              <a:t>RAG</a:t>
            </a:r>
          </a:p>
          <a:p>
            <a:r>
              <a:t>Embedding Models</a:t>
            </a:r>
          </a:p>
          <a:p>
            <a:r>
              <a:t>Vector Databases</a:t>
            </a:r>
          </a:p>
          <a:p>
            <a:r>
              <a:t>Chunking</a:t>
            </a:r>
          </a:p>
          <a:p>
            <a:r>
              <a:t>Applications &amp;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powers ChatGPT, search engines, recommendations, coding assistants, and enterprise chatbots.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systems that create new content: text, images, audio, video, and code.</a:t>
            </a:r>
          </a:p>
          <a:p>
            <a:r>
              <a:t>Applications: content creation, education, software development, marketing.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LLMs (Subtopic of Generative 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Generative AI models trained on massive text datasets.</a:t>
            </a:r>
          </a:p>
          <a:p>
            <a:r>
              <a:t>Examples: GPT, Gemini, Llama.</a:t>
            </a:r>
          </a:p>
          <a:p>
            <a:r>
              <a:t>Uses: chatbots, translation, summarization, coding.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LLMs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→ Tokenization → Embeddings → Transformer → Next Token Prediction →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Designing effective prompts to improve AI responses.</a:t>
            </a:r>
          </a:p>
          <a:p>
            <a:r>
              <a:t>Types: Zero-shot, One-shot, Few-shot, Chain-of-Thought, Role Prompting.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Retrieval-Augmented Generation combines retrieval and generation to reduce hallucinations and use external knowledge.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Documents → Chunking → Embeddings → Vector DB → Query → Similarity Search → Retrieved Chunks → LLM →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text into vectors that capture semantic meaning.</a:t>
            </a:r>
          </a:p>
          <a:p>
            <a:r>
              <a:t>Similar meanings produce similar vectors.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embeddings and perform similarity search.</a:t>
            </a:r>
          </a:p>
          <a:p>
            <a:r>
              <a:t>Examples: Pinecone, Weaviate, Milvus.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 DB vs Vector 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Normal DB: exact matching.</a:t>
            </a:r>
          </a:p>
          <a:p>
            <a:r>
              <a:t>Vector DB: semantic similarity 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Splits large documents into smaller sections for efficient retrieval and better accuracy.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University chatbot: handbook → chunking → embeddings → vector DB → RAG → LLM answer.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assistants, enterprise search, customer support, recommendations, healthcare, education.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Generative AI creates content. LLMs generate text. RAG improves accuracy. Embeddings, vector DBs, and chunking enable intelligent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